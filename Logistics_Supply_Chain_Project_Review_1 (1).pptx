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2" d="100"/>
          <a:sy n="62" d="100"/>
        </p:scale>
        <p:origin x="31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Relationship Id="rId2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13-08-2026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13-08-2026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2391"/>
                </a:solidFill>
                <a:latin typeface="Arial"/>
              </a:rPr>
              <a:t>Logistics &amp; Supply Chain Mobile App for Shipper Self-Service</a:t>
            </a: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 algn="ctr"/>
            <a:r>
              <a:rPr sz="1200" b="1">
                <a:solidFill>
                  <a:srgbClr val="1E2D41"/>
                </a:solidFill>
                <a:latin typeface="Arial"/>
              </a:rPr>
              <a:t>1st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Saisashank.B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2520030454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J.Poornesh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K.Chaitanya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66BE"/>
                </a:solidFill>
                <a:latin typeface="Arial"/>
              </a:rPr>
              <a:t>GROUP NUMBER: 18 | SECTION: 9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93399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Saisashank.B (2520030454)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Project Lead &amp; Documentation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J.Poornesh Kumar (2520030055)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Database &amp; Backend 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K.Chaitanya (2520030210)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Frontend &amp;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709160"/>
            <a:ext cx="10332720" cy="713232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1E2D41"/>
                </a:solidFill>
                <a:latin typeface="Arial"/>
              </a:rPr>
              <a:t>Project: Self-service mobile platform for shipment booking, tracking, cancellation and history</a:t>
            </a:r>
          </a:p>
        </p:txBody>
      </p:sp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9966960" cy="4069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Shippers currently rely on manual staff coordination to book and track shipments, causing delays and limited visibility.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The proposed mobile application enables shippers to independently book, track, manage and cancel shipments end-to-end.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The system uses a normalized MySQL relational database with foreign keys, constraints, triggers, stored procedures and transactions.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A REST API connects the mobile application to MySQL, separating the user interface from database operations.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The project demonstrates practical DBSE/DBD concepts while improving transparency and reducing staff dependency.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2743200" cy="384048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300" b="1">
                <a:solidFill>
                  <a:srgbClr val="0066BE"/>
                </a:solidFill>
                <a:latin typeface="Arial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00600" cy="3383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 digital logistics platform focused on shipper self-service.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Allows shipment creation with pickup, drop and package details.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Provides a status timeline from booking to delivery.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Lets users view active and previous shipments and cancel eligible bookings.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417320"/>
            <a:ext cx="2743200" cy="384048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300" b="1">
                <a:solidFill>
                  <a:srgbClr val="0066BE"/>
                </a:solidFill>
                <a:latin typeface="Arial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4800600" cy="3383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Reduces manual coordination and avoidable delays.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Improves shipment visibility for shippers.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Applies database constraints to protect data integrity.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Creates a foundation for scalable logistics services.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4800600" cy="356616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/>
            <a:r>
              <a:rPr sz="1800" b="0">
                <a:solidFill>
                  <a:srgbClr val="1E2D41"/>
                </a:solidFill>
                <a:latin typeface="Arial"/>
              </a:rPr>
              <a:t>CURRENT PROCESS
• Shipper contacts staff to create a booking
• Staff coordinates shipment details
• Tracking information is shared manually
• Changes/cancellations depend on staff availability
• Limited real-time visibility for the shipper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4800600" cy="3566160"/>
          </a:xfrm>
          <a:prstGeom prst="roundRect">
            <a:avLst/>
          </a:prstGeom>
          <a:solidFill>
            <a:srgbClr val="FCF4F2"/>
          </a:solidFill>
          <a:ln w="15240">
            <a:solidFill>
              <a:srgbClr val="EB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/>
            <a:r>
              <a:rPr sz="1800" b="0">
                <a:solidFill>
                  <a:srgbClr val="1E2D41"/>
                </a:solidFill>
                <a:latin typeface="Arial"/>
              </a:rPr>
              <a:t>LIMITATIONS
• Time-consuming communication
• Delays in booking and updates
• Higher staff workload
• Limited self-service
• Greater risk of inconsistent records
• Poor end-to-end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257800"/>
            <a:ext cx="9052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600" b="1">
                <a:solidFill>
                  <a:srgbClr val="0066BE"/>
                </a:solidFill>
                <a:latin typeface="Arial"/>
              </a:rPr>
              <a:t>Need: a centralized self-service application backed by a reliable relational database.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287000" cy="960120"/>
          </a:xfrm>
          <a:prstGeom prst="roundRect">
            <a:avLst/>
          </a:prstGeom>
          <a:solidFill>
            <a:srgbClr val="FFF7F6"/>
          </a:solidFill>
          <a:ln w="15240">
            <a:solidFill>
              <a:srgbClr val="EB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/>
            <a:r>
              <a:rPr sz="2100" b="1">
                <a:solidFill>
                  <a:srgbClr val="CD2D23"/>
                </a:solidFill>
                <a:latin typeface="Arial"/>
              </a:rPr>
              <a:t>Shippers lack a direct, reliable way to manage the complete shipment lifecycle without staff intervention.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9204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Booking depends on manual staff interaction.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Shipment status may not be immediately visible.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Cancellation must follow business rules and timing constraints.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Disconnected records can reduce data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697480"/>
            <a:ext cx="480060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Users need secure registration and login.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Users need shipment history and filtering.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Database relationships must enforce valid references.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Operations should be controlled through transactions and DB rules.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SOLUTION 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Flutter Mobile App
Shipper Self-Service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Node.js REST API
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MySQL Database
Constraints + DB Logic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011680"/>
            <a:ext cx="685800" cy="0"/>
          </a:xfrm>
          <a:prstGeom prst="line">
            <a:avLst/>
          </a:prstGeom>
          <a:ln w="38100">
            <a:solidFill>
              <a:srgbClr val="00A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2011680"/>
            <a:ext cx="685800" cy="0"/>
          </a:xfrm>
          <a:prstGeom prst="line">
            <a:avLst/>
          </a:prstGeom>
          <a:ln w="38100">
            <a:solidFill>
              <a:srgbClr val="00A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063240"/>
            <a:ext cx="10149840" cy="2057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JWT-secured authentication protects user access.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Booking calculates/records shipment details; tracking exposes the shipment lifecycle.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Cancellation is restricted before pickup using business rules.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MySQL foreign keys, triggers, stored procedures and transactions support integrity and controlled operations.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OBJECTIVES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60120" y="141732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8" y="141732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Provide secure shipper registration and login.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72768" y="201168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Enable independent shipment booking with pickup/drop and package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60604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260604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Provide a clear shipment tracking timeline.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20040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20040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Allow eligible shipment cancellation based on business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79476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379476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Maintain active and historical shipment records with filtering.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38912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438912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Implement normalized MySQL database design with integrity constraints.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98348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498348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Demonstrate triggers, stored procedures and transactions in a practical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1. Authentication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Registration and JWT-secured 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2. Shipment Booking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Pickup/drop, package details and cost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3. Tracking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Status timeline: Booked → Picked Up → In Transit → Delivered.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703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4. Cancellation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Cancel eligible shipments before pickup.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703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5. Shipment History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View and filter active/past shipments by status and date.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Flutter mobile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93392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93392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Node.js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69464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569464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MySQL relational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45536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145536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JWT-based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21608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721608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VS Code / suitable 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Version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297680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GitHub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73752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Database Concepts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873752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Normalization, foreign keys, constraints, triggers, stored procedures, transactions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 wrap="square">
            <a:no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868680" y="1417320"/>
            <a:ext cx="4846320" cy="347472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700" b="0">
                <a:solidFill>
                  <a:srgbClr val="1E2D41"/>
                </a:solidFill>
                <a:latin typeface="Arial"/>
              </a:rPr>
              <a:t>CONCLUSION
The proposed system converts a staff-dependent shipment process into a self-service workflow. It combines a mobile interface, REST API and normalized MySQL database to support secure booking, tracking, cancellation and history while demonstrating core DBSE/DBD concepts.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4846320" cy="3474720"/>
          </a:xfrm>
          <a:prstGeom prst="roundRect">
            <a:avLst/>
          </a:prstGeom>
          <a:solidFill>
            <a:srgbClr val="F6FBF7"/>
          </a:solidFill>
          <a:ln w="15240"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700" b="0">
                <a:solidFill>
                  <a:srgbClr val="1E2D41"/>
                </a:solidFill>
                <a:latin typeface="Arial"/>
              </a:rPr>
              <a:t>FUTURE SCOPE
• Real-time GPS tracking
• Push notifications for status changes
• Online payment integration
• Delivery partner/driver module
• Analytics dashboard for shipment performance
• Cloud deployment and scalability enhancements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5212080"/>
            <a:ext cx="80467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1">
                <a:solidFill>
                  <a:srgbClr val="00AA55"/>
                </a:solidFill>
                <a:latin typeface="Arial"/>
              </a:rPr>
              <a:t>Expected outcome: faster self-service operations, better visibility and stronger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66BE"/>
                </a:solidFill>
                <a:latin typeface="Arial"/>
              </a:rPr>
              <a:t>THANK YOU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8138160" cy="68580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2000" b="1">
                <a:solidFill>
                  <a:srgbClr val="1E2D41"/>
                </a:solidFill>
                <a:latin typeface="Arial"/>
              </a:rPr>
              <a:t>Logistics &amp; Supply Chain Mobile App for Shipper Self-Service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069080"/>
            <a:ext cx="3840480" cy="59436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8234</TotalTime>
  <Words>112</Words>
  <Application>Microsoft Office PowerPoint</Application>
  <PresentationFormat>Widescreen</PresentationFormat>
  <Paragraphs>64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Prasanthi Y</cp:lastModifiedBy>
  <cp:revision>94</cp:revision>
  <dcterms:created xsi:type="dcterms:W3CDTF">2022-05-20T10:20:31Z</dcterms:created>
  <dcterms:modified xsi:type="dcterms:W3CDTF">2026-08-13T08:53:30Z</dcterms:modified>
</cp:coreProperties>
</file>