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2" r:id="rId6"/>
    <p:sldId id="393" r:id="rId7"/>
    <p:sldId id="394" r:id="rId8"/>
    <p:sldId id="395" r:id="rId9"/>
    <p:sldId id="396" r:id="rId10"/>
    <p:sldId id="398" r:id="rId11"/>
    <p:sldId id="397" r:id="rId12"/>
    <p:sldId id="374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62" d="100"/>
          <a:sy n="62" d="100"/>
        </p:scale>
        <p:origin x="316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22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92C9F-32E2-1DF3-D933-ED26BBAAB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BD77D-896E-36B8-476D-3DB9858E9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81400-FC6F-EC9E-B10C-065E4BC0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178FD-5294-B25F-1455-AC41BC994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32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13-08-2026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13-08-2026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13-08-2026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13-08-2026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13-08-2026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02391"/>
                </a:solidFill>
                <a:latin typeface="Arial"/>
              </a:rPr>
              <a:t>Logistics &amp; Supply Chain Mobile App for Shipper Self-Service</a:t>
            </a: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 algn="ctr"/>
            <a:r>
              <a:rPr sz="1200" b="1">
                <a:solidFill>
                  <a:srgbClr val="1E2D41"/>
                </a:solidFill>
                <a:latin typeface="Arial"/>
              </a:rPr>
              <a:t>1st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982844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Saisashank.B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2520030454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J.Poornesh Kumar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2520030055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K.Chaitanya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 wrap="square">
            <a:normAutofit/>
          </a:bodyPr>
          <a:lstStyle/>
          <a:p>
            <a:pPr algn="ctr"/>
            <a:r>
              <a:rPr sz="2000" b="1">
                <a:solidFill>
                  <a:srgbClr val="0066BE"/>
                </a:solidFill>
                <a:latin typeface="Arial"/>
              </a:rPr>
              <a:t>GROUP NUMBER: 18 | SECTION: 9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3567649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Saisashank.B (2520030454)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Project Lead &amp; Documentation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J.Poornesh Kumar (2520030055)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Database &amp; Backend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K.Chaitanya (2520030210)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rial"/>
                        </a:rPr>
                        <a:t>Frontend &amp; 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12168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>
                            <a:alpha val="31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959374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4709160"/>
            <a:ext cx="10332720" cy="713232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1E2D41"/>
                </a:solidFill>
                <a:latin typeface="Arial"/>
              </a:rPr>
              <a:t>Project: Self-service logistics platform for small businesses to book, track, cancel and manage shipments</a:t>
            </a:r>
          </a:p>
        </p:txBody>
      </p:sp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9966960" cy="4069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Small businesses like grocery stores and small online shops currently have no dedicated, affordable platform to book and track shipments.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The proposed mobile application lets small sellers independently book, track, cancel and invoice their shipments end-to-end.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The system uses a normalized MySQL relational database with foreign keys, constraints, triggers, stored procedures and transactions.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A REST API connects the mobile application to MySQL, separating the user interface from database operations.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900">
                <a:solidFill>
                  <a:srgbClr val="1E2D41"/>
                </a:solidFill>
                <a:latin typeface="Arial"/>
              </a:defRPr>
            </a:pPr>
            <a:r>
              <a:t>• The project demonstrates practical DBSE/DBD concepts while giving small businesses affordable, transparent logistics support.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241EE-20FA-FE88-F0CE-F84CFE3ED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2743200" cy="384048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00" b="1">
                <a:solidFill>
                  <a:srgbClr val="0066BE"/>
                </a:solidFill>
                <a:latin typeface="Arial"/>
              </a:rP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00600" cy="3383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 digital logistics platform built for small businesses like grocery stores and small online shops.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Allows shipment creation with pickup, drop and package details.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Provides a status timeline from booking to delivery.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Lets users view active and previous shipments and cancel eligible bookings.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417320"/>
            <a:ext cx="2743200" cy="384048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300" b="1">
                <a:solidFill>
                  <a:srgbClr val="0066BE"/>
                </a:solidFill>
                <a:latin typeface="Arial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74519"/>
            <a:ext cx="4800600" cy="3383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Gives small sellers access to logistics support they couldn't afford before.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Improves shipment visibility for the seller.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Applies database constraints to protect data integrity.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Creates a foundation for scalable logistics services for small businesses.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6021FD-8573-454E-AAE6-0DB77042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4800600" cy="356616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/>
            <a:r>
              <a:rPr sz="1800" b="0">
                <a:solidFill>
                  <a:srgbClr val="1E2D41"/>
                </a:solidFill>
                <a:latin typeface="Arial"/>
              </a:rPr>
              <a:t>CURRENT PROCESS
• Small businesses rely on third-party couriers built for large-scale clients
• Bookings are arranged manually by phone or messaging apps
• Tracking information is shared informally, if at all
• Changes/cancellations depend on the courier's availability
• No dedicated platform for the seller's own order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417320"/>
            <a:ext cx="4800600" cy="3566160"/>
          </a:xfrm>
          <a:prstGeom prst="roundRect">
            <a:avLst/>
          </a:prstGeom>
          <a:solidFill>
            <a:srgbClr val="FCF4F2"/>
          </a:solidFill>
          <a:ln w="15240">
            <a:solidFill>
              <a:srgbClr val="EB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/>
            <a:r>
              <a:rPr sz="1800" b="0">
                <a:solidFill>
                  <a:srgbClr val="1E2D41"/>
                </a:solidFill>
                <a:latin typeface="Arial"/>
              </a:rPr>
              <a:t>LIMITATIONS
• Enterprise courier services are costly for small sellers
• Delays in booking and status updates
• No self-service option built for their scale
• Manual coordination doesn't fit daily order volumes
• Greater risk of inconsistent records
• Poor end-to-end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257800"/>
            <a:ext cx="90525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600" b="1">
                <a:solidFill>
                  <a:srgbClr val="0066BE"/>
                </a:solidFill>
                <a:latin typeface="Arial"/>
              </a:rPr>
              <a:t>Need: an affordable, self-service logistics platform built for small businesses.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0964-43C5-DE58-F74B-F0B3B1F5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8680" y="1417320"/>
            <a:ext cx="10287000" cy="960120"/>
          </a:xfrm>
          <a:prstGeom prst="roundRect">
            <a:avLst/>
          </a:prstGeom>
          <a:solidFill>
            <a:srgbClr val="FFF7F6"/>
          </a:solidFill>
          <a:ln w="15240">
            <a:solidFill>
              <a:srgbClr val="EB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46304" bIns="146304"/>
          <a:lstStyle/>
          <a:p>
            <a:pPr algn="l"/>
            <a:r>
              <a:rPr sz="2100" b="1">
                <a:solidFill>
                  <a:srgbClr val="CD2D23"/>
                </a:solidFill>
                <a:latin typeface="Arial"/>
              </a:rPr>
              <a:t>Small businesses like grocery stores and small online shops have no dedicated, affordable platform to manage shipments themselves.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489204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Small sellers rely on costly couriers or informal, manual delivery arrangements.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No self-service platform exists at the scale small businesses need.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Shipment status is rarely visible to the seller in real time.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Disconnected records make it hard to track daily order volumes.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697480"/>
            <a:ext cx="4800600" cy="2560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Small sellers need secure registration and login of their own.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Sellers need shipment history and filtering for daily orders.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Database relationships must enforce valid references.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800">
                <a:solidFill>
                  <a:srgbClr val="1E2D41"/>
                </a:solidFill>
                <a:latin typeface="Arial"/>
              </a:defRPr>
            </a:pPr>
            <a:r>
              <a:t>• Operations should be controlled through transactions and DB rules.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SOLUTION 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5A205-0B24-5585-AD3A-14F0657A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Flutter Mobile App
Shipper Self-Service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Node.js REST API
Business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2926080" cy="100584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MySQL Database
Constraints + DB Logic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57600" y="2011680"/>
            <a:ext cx="685800" cy="0"/>
          </a:xfrm>
          <a:prstGeom prst="line">
            <a:avLst/>
          </a:prstGeom>
          <a:ln w="38100">
            <a:solidFill>
              <a:srgbClr val="00A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15200" y="2011680"/>
            <a:ext cx="685800" cy="0"/>
          </a:xfrm>
          <a:prstGeom prst="line">
            <a:avLst/>
          </a:prstGeom>
          <a:ln w="38100">
            <a:solidFill>
              <a:srgbClr val="00A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063240"/>
            <a:ext cx="10149840" cy="2057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JWT-secured authentication protects user access.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Booking calculates/records shipment details; tracking exposes the shipment lifecycle.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Cancellation is restricted before pickup using business rules; invoices are generated on delivery.</a:t>
            </a:r>
          </a:p>
          <a:p>
            <a:pPr>
              <a:lnSpc>
                <a:spcPct val="108000"/>
              </a:lnSpc>
              <a:spcAft>
                <a:spcPts val="500"/>
              </a:spcAft>
              <a:defRPr sz="1700">
                <a:solidFill>
                  <a:srgbClr val="1E2D41"/>
                </a:solidFill>
                <a:latin typeface="Arial"/>
              </a:defRPr>
            </a:pPr>
            <a:r>
              <a:t>• MySQL foreign keys, triggers, stored procedures and transactions support integrity and controlled operations.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OBJECTIVES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0F2FD-B824-35C5-9EAA-5AF510938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8" y="141732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Provide secure shipper registration and login.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72768" y="201168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Enable independent shipment booking with pickup/drop and package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60604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260604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Provide a clear shipment tracking timeline.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20040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320040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Allow eligible shipment cancellation based on business rules.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79476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72768" y="379476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Maintain active and historical shipment records with filtering.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38912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72768" y="438912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Implement normalized MySQL database design with integrity constraints.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983480"/>
            <a:ext cx="475488" cy="41148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72768" y="4983480"/>
            <a:ext cx="946404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0">
                <a:solidFill>
                  <a:srgbClr val="1E2D41"/>
                </a:solidFill>
                <a:latin typeface="Arial"/>
              </a:rPr>
              <a:t>Demonstrate triggers, stored procedures and transactions in a practical application.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E377E-B28A-2AB9-1E52-312C1B6D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0CE29-8CD2-1FFC-0567-2D18CBDB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MODULES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E5840-59B4-6944-E4BB-E2BB1AD67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9982D-9C14-E702-5AE1-C9030BFD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0CCCA-2419-39FC-4F64-F44FEFF22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1. Authentication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Registration and JWT-secured login.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2. Shipment Booking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Pickup/drop, package details and cost estimate.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417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3. Tracking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Status timeline: Booked → Picked Up → In Transit → Delivered.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4. Cancellation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Cancel eligible shipments before pickup.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5. Shipment History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View and filter active/past shipments by status and date.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3703320"/>
            <a:ext cx="2743200" cy="1874519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700" b="1">
                <a:solidFill>
                  <a:srgbClr val="0066BE"/>
                </a:solidFill>
                <a:latin typeface="Arial"/>
              </a:rPr>
              <a:t>6. Invoice &amp; Payment</a:t>
            </a:r>
          </a:p>
          <a:p>
            <a:pPr>
              <a:spcBef>
                <a:spcPts val="800"/>
              </a:spcBef>
              <a:defRPr sz="1400">
                <a:solidFill>
                  <a:srgbClr val="1E2D41"/>
                </a:solidFill>
                <a:latin typeface="Arial"/>
              </a:defRPr>
            </a:pPr>
            <a:r>
              <a:t>Auto-generated invoice and payment status on delivery.</a:t>
            </a:r>
          </a:p>
        </p:txBody>
      </p:sp>
    </p:spTree>
    <p:extLst>
      <p:ext uri="{BB962C8B-B14F-4D97-AF65-F5344CB8AC3E}">
        <p14:creationId xmlns:p14="http://schemas.microsoft.com/office/powerpoint/2010/main" val="1063077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3C331-E06F-D027-E4C0-6920D370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Flutter mobile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93392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93392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Node.js REST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9464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569464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MySQL relational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45536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3145536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JWT-based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21608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721608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VS Code / suitable 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Version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297680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73752"/>
            <a:ext cx="2423160" cy="420624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Database Concepts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873752"/>
            <a:ext cx="7315200" cy="420624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500" b="0">
                <a:solidFill>
                  <a:srgbClr val="1E2D41"/>
                </a:solidFill>
                <a:latin typeface="Arial"/>
              </a:rPr>
              <a:t>Normalization, foreign keys, constraints, triggers, stored procedures, transactions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 wrap="square">
            <a:noAutofit/>
          </a:bodyPr>
          <a:lstStyle/>
          <a:p>
            <a:pPr algn="ctr"/>
            <a:r>
              <a:rPr sz="3200" b="1">
                <a:solidFill>
                  <a:srgbClr val="0066BE"/>
                </a:solidFill>
                <a:latin typeface="Arial"/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868680" y="1417320"/>
            <a:ext cx="4846320" cy="347472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700" b="0">
                <a:solidFill>
                  <a:srgbClr val="1E2D41"/>
                </a:solidFill>
                <a:latin typeface="Arial"/>
              </a:rPr>
              <a:t>CONCLUSION
The proposed system gives small businesses like grocery stores and small online shops a self-service logistics platform of their own. It combines a mobile interface, REST API and normalized MySQL database to support secure booking, tracking, cancellation, invoicing and history while demonstrating core DBSE/DBD concepts.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17320"/>
            <a:ext cx="4846320" cy="3474720"/>
          </a:xfrm>
          <a:prstGeom prst="roundRect">
            <a:avLst/>
          </a:prstGeom>
          <a:solidFill>
            <a:srgbClr val="F6FBF7"/>
          </a:solidFill>
          <a:ln w="15240">
            <a:solidFill>
              <a:srgbClr val="BE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700" b="0">
                <a:solidFill>
                  <a:srgbClr val="1E2D41"/>
                </a:solidFill>
                <a:latin typeface="Arial"/>
              </a:rPr>
              <a:t>FUTURE SCOPE
• Real-time GPS tracking
• Push notifications for status changes
• Bulk and recurring order booking for daily sellers
• Delivery partner/driver module
• Analytics dashboard for shipment performance
• Cloud deployment and scalability enhancements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7400" y="5212080"/>
            <a:ext cx="80467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600" b="1">
                <a:solidFill>
                  <a:srgbClr val="00AA55"/>
                </a:solidFill>
                <a:latin typeface="Arial"/>
              </a:rPr>
              <a:t>Expected outcome: faster self-service operations, better visibility and stronger data integrity.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 wrap="square">
            <a:normAutofit/>
          </a:bodyPr>
          <a:lstStyle/>
          <a:p>
            <a:pPr marL="0" indent="0" algn="ctr">
              <a:buNone/>
            </a:pPr>
            <a:r>
              <a:rPr sz="4200" b="1">
                <a:solidFill>
                  <a:srgbClr val="0066BE"/>
                </a:solidFill>
                <a:latin typeface="Arial"/>
              </a:rPr>
              <a:t>THANK YOU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828800" y="3063240"/>
            <a:ext cx="8138160" cy="685800"/>
          </a:xfrm>
          <a:prstGeom prst="roundRect">
            <a:avLst/>
          </a:prstGeom>
          <a:solidFill>
            <a:srgbClr val="F1F7FC"/>
          </a:solidFill>
          <a:ln w="15240"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2000" b="1">
                <a:solidFill>
                  <a:srgbClr val="1E2D41"/>
                </a:solidFill>
                <a:latin typeface="Arial"/>
              </a:rPr>
              <a:t>Logistics &amp; Supply Chain Mobile App for Shipper Self-Service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4069080"/>
            <a:ext cx="3840480" cy="594360"/>
          </a:xfrm>
          <a:prstGeom prst="roundRect">
            <a:avLst/>
          </a:prstGeom>
          <a:solidFill>
            <a:srgbClr val="0066BE"/>
          </a:solidFill>
          <a:ln w="15240">
            <a:solidFill>
              <a:srgbClr val="006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8234</TotalTime>
  <Words>112</Words>
  <Application>Microsoft Office PowerPoint</Application>
  <PresentationFormat>Widescreen</PresentationFormat>
  <Paragraphs>64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Distributed Video Anomaly Detection in Large-Scale Surveillance Systems Using HDFS and Cluster-Visualized Federated CNN–LSTM Models </vt:lpstr>
      <vt:lpstr>GROUP NUMBER:1</vt:lpstr>
      <vt:lpstr>ABSTRACT</vt:lpstr>
      <vt:lpstr>INTRDOUCTION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Prasanthi Y</cp:lastModifiedBy>
  <cp:revision>94</cp:revision>
  <dcterms:created xsi:type="dcterms:W3CDTF">2022-05-20T10:20:31Z</dcterms:created>
  <dcterms:modified xsi:type="dcterms:W3CDTF">2026-08-13T08:53:30Z</dcterms:modified>
</cp:coreProperties>
</file>