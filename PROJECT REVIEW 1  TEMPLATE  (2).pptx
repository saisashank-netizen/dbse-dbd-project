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2" d="100"/>
          <a:sy n="62" d="100"/>
        </p:scale>
        <p:origin x="31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13-08-2026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13-08-2026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1</a:t>
            </a:r>
            <a:r>
              <a:rPr lang="en-US" sz="2400" b="1" baseline="30000" dirty="0">
                <a:cs typeface="Arial" panose="020B0604020202020204" pitchFamily="34" charset="0"/>
              </a:rPr>
              <a:t>st</a:t>
            </a:r>
            <a:r>
              <a:rPr lang="en-US" sz="2400" b="1" dirty="0">
                <a:cs typeface="Arial" panose="020B0604020202020204" pitchFamily="34" charset="0"/>
              </a:rPr>
              <a:t> 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Distributed Video Anomaly Detection in Large-Scale Surveillance Systems Using HDFS and Cluster-Visualized Federated CNN–LSTM Models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NUMBER:1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93399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INTRDOUCTION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Objectives 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070C0"/>
                </a:solidFill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 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8234</TotalTime>
  <Words>112</Words>
  <Application>Microsoft Office PowerPoint</Application>
  <PresentationFormat>Widescreen</PresentationFormat>
  <Paragraphs>64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Prasanthi Y</cp:lastModifiedBy>
  <cp:revision>94</cp:revision>
  <dcterms:created xsi:type="dcterms:W3CDTF">2022-05-20T10:20:31Z</dcterms:created>
  <dcterms:modified xsi:type="dcterms:W3CDTF">2026-08-13T08:53:30Z</dcterms:modified>
</cp:coreProperties>
</file>